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演示数据</c:v>
                </c:pt>
              </c:strCache>
            </c:strRef>
          </c:tx>
          <c:spPr>
            <a:solidFill>
              <a:srgbClr val="153B65"/>
            </a:solidFill>
          </c:spPr>
          <c:cat>
            <c:strRef>
              <c:f>Sheet1!$A$2:$A$5</c:f>
              <c:strCache>
                <c:ptCount val="4"/>
                <c:pt idx="0">
                  <c:v>第一期</c:v>
                </c:pt>
                <c:pt idx="1">
                  <c:v>第二期</c:v>
                </c:pt>
                <c:pt idx="2">
                  <c:v>第三期</c:v>
                </c:pt>
                <c:pt idx="3">
                  <c:v>第四期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45</c:v>
                </c:pt>
                <c:pt idx="2">
                  <c:v>60</c:v>
                </c:pt>
                <c:pt idx="3">
                  <c:v>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>
                <a:latin typeface="PingFang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PingFang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原生可编辑封面。标题、报告期、汇报人依据用户材料填写。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图表和嵌入工作簿均可编辑。示例数字仅用于展示布局，正式交付必须替换并注明来源。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A9B8CC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3" name="s1-title"/>
          <p:cNvSpPr txBox="1"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4200" b="1">
                <a:solidFill>
                  <a:srgbClr val="FFFFFF"/>
                </a:solidFill>
                <a:latin typeface="PingFang SC"/>
                <a:ea typeface="PingFang SC"/>
              </a:rPr>
              <a:t>{{cover_title}}</a:t>
            </a:r>
          </a:p>
        </p:txBody>
      </p:sp>
      <p:sp>
        <p:nvSpPr>
          <p:cNvPr id="4" name="s1-subtitle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CED8E9"/>
                </a:solidFill>
                <a:latin typeface="PingFang SC"/>
                <a:ea typeface="PingFang SC"/>
              </a:rPr>
              <a:t>{{cover_subtitle}}</a:t>
            </a:r>
          </a:p>
        </p:txBody>
      </p:sp>
      <p:sp>
        <p:nvSpPr>
          <p:cNvPr id="5" name="cover-topic"/>
          <p:cNvSpPr txBox="1"/>
          <p:nvPr/>
        </p:nvSpPr>
        <p:spPr>
          <a:xfrm>
            <a:off x="731520" y="5074920"/>
            <a:ext cx="1005840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CED8E9"/>
                </a:solidFill>
                <a:latin typeface="PingFang SC"/>
                <a:ea typeface="PingFang SC"/>
              </a:rPr>
              <a:t>经营分析 · 重点项目 · 资源决策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3" name="s2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0283E"/>
                </a:solidFill>
                <a:latin typeface="PingFang SC"/>
                <a:ea typeface="PingFang SC"/>
              </a:rPr>
              <a:t>汇报议程</a:t>
            </a:r>
          </a:p>
        </p:txBody>
      </p:sp>
      <p:sp>
        <p:nvSpPr>
          <p:cNvPr id="4" name="s2-heading-0"/>
          <p:cNvSpPr txBox="1"/>
          <p:nvPr/>
        </p:nvSpPr>
        <p:spPr>
          <a:xfrm>
            <a:off x="731520" y="1965960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5" name="s2-body-0"/>
          <p:cNvSpPr txBox="1"/>
          <p:nvPr/>
        </p:nvSpPr>
        <p:spPr>
          <a:xfrm>
            <a:off x="3200400" y="1965960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{{agenda_1}}</a:t>
            </a:r>
          </a:p>
        </p:txBody>
      </p:sp>
      <p:sp>
        <p:nvSpPr>
          <p:cNvPr id="6" name="s2-heading-1"/>
          <p:cNvSpPr txBox="1"/>
          <p:nvPr/>
        </p:nvSpPr>
        <p:spPr>
          <a:xfrm>
            <a:off x="731520" y="3136391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7" name="s2-body-1"/>
          <p:cNvSpPr txBox="1"/>
          <p:nvPr/>
        </p:nvSpPr>
        <p:spPr>
          <a:xfrm>
            <a:off x="3200400" y="3136391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{{agenda_2}}</a:t>
            </a:r>
          </a:p>
        </p:txBody>
      </p:sp>
      <p:sp>
        <p:nvSpPr>
          <p:cNvPr id="8" name="s2-heading-2"/>
          <p:cNvSpPr txBox="1"/>
          <p:nvPr/>
        </p:nvSpPr>
        <p:spPr>
          <a:xfrm>
            <a:off x="731520" y="4306824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9" name="s2-body-2"/>
          <p:cNvSpPr txBox="1"/>
          <p:nvPr/>
        </p:nvSpPr>
        <p:spPr>
          <a:xfrm>
            <a:off x="3200400" y="4306824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{{agenda_3}}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3" name="s3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0283E"/>
                </a:solidFill>
                <a:latin typeface="PingFang SC"/>
                <a:ea typeface="PingFang SC"/>
              </a:rPr>
              <a:t>{{s3_title}}</a:t>
            </a:r>
          </a:p>
        </p:txBody>
      </p:sp>
      <p:sp>
        <p:nvSpPr>
          <p:cNvPr id="4" name="s3-heading-0"/>
          <p:cNvSpPr txBox="1"/>
          <p:nvPr/>
        </p:nvSpPr>
        <p:spPr>
          <a:xfrm>
            <a:off x="731520" y="1965960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{{s3_h1}}</a:t>
            </a:r>
          </a:p>
        </p:txBody>
      </p:sp>
      <p:sp>
        <p:nvSpPr>
          <p:cNvPr id="5" name="s3-body-0"/>
          <p:cNvSpPr txBox="1"/>
          <p:nvPr/>
        </p:nvSpPr>
        <p:spPr>
          <a:xfrm>
            <a:off x="3200400" y="1965960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{{s3_b1}}</a:t>
            </a:r>
          </a:p>
        </p:txBody>
      </p:sp>
      <p:sp>
        <p:nvSpPr>
          <p:cNvPr id="6" name="s3-heading-1"/>
          <p:cNvSpPr txBox="1"/>
          <p:nvPr/>
        </p:nvSpPr>
        <p:spPr>
          <a:xfrm>
            <a:off x="731520" y="3136391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{{s3_h2}}</a:t>
            </a:r>
          </a:p>
        </p:txBody>
      </p:sp>
      <p:sp>
        <p:nvSpPr>
          <p:cNvPr id="7" name="s3-body-1"/>
          <p:cNvSpPr txBox="1"/>
          <p:nvPr/>
        </p:nvSpPr>
        <p:spPr>
          <a:xfrm>
            <a:off x="3200400" y="3136391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{{s3_b2}}</a:t>
            </a:r>
          </a:p>
        </p:txBody>
      </p:sp>
      <p:sp>
        <p:nvSpPr>
          <p:cNvPr id="8" name="s3-heading-2"/>
          <p:cNvSpPr txBox="1"/>
          <p:nvPr/>
        </p:nvSpPr>
        <p:spPr>
          <a:xfrm>
            <a:off x="731520" y="4306824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{{s3_h3}}</a:t>
            </a:r>
          </a:p>
        </p:txBody>
      </p:sp>
      <p:sp>
        <p:nvSpPr>
          <p:cNvPr id="9" name="s3-body-2"/>
          <p:cNvSpPr txBox="1"/>
          <p:nvPr/>
        </p:nvSpPr>
        <p:spPr>
          <a:xfrm>
            <a:off x="3200400" y="4306824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{{s3_b3}}</a:t>
            </a:r>
          </a:p>
        </p:txBody>
      </p:sp>
      <p:sp>
        <p:nvSpPr>
          <p:cNvPr id="10" name="s3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{{s3_source}}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3" name="s4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0283E"/>
                </a:solidFill>
                <a:latin typeface="PingFang SC"/>
                <a:ea typeface="PingFang SC"/>
              </a:rPr>
              <a:t>核心指标</a:t>
            </a:r>
          </a:p>
        </p:txBody>
      </p:sp>
      <p:sp>
        <p:nvSpPr>
          <p:cNvPr id="4" name="s4-subtitle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52637B"/>
                </a:solidFill>
                <a:latin typeface="PingFang SC"/>
                <a:ea typeface="PingFang SC"/>
              </a:rPr>
              <a:t>{{s4_subtitle}}</a:t>
            </a:r>
          </a:p>
        </p:txBody>
      </p:sp>
      <p:sp>
        <p:nvSpPr>
          <p:cNvPr id="5" name="metric-0-value"/>
          <p:cNvSpPr txBox="1"/>
          <p:nvPr/>
        </p:nvSpPr>
        <p:spPr>
          <a:xfrm>
            <a:off x="731520" y="2423160"/>
            <a:ext cx="3383280" cy="8686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153B65"/>
                </a:solidFill>
                <a:latin typeface="PingFang SC"/>
                <a:ea typeface="PingFang SC"/>
              </a:rPr>
              <a:t>{{metric_0_value}}</a:t>
            </a:r>
          </a:p>
        </p:txBody>
      </p:sp>
      <p:sp>
        <p:nvSpPr>
          <p:cNvPr id="6" name="metric-0-name"/>
          <p:cNvSpPr txBox="1"/>
          <p:nvPr/>
        </p:nvSpPr>
        <p:spPr>
          <a:xfrm>
            <a:off x="731520" y="3474720"/>
            <a:ext cx="3383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0283E"/>
                </a:solidFill>
                <a:latin typeface="PingFang SC"/>
                <a:ea typeface="PingFang SC"/>
              </a:rPr>
              <a:t>{{metric_0_name}}</a:t>
            </a:r>
          </a:p>
        </p:txBody>
      </p:sp>
      <p:sp>
        <p:nvSpPr>
          <p:cNvPr id="7" name="metric-0-detail"/>
          <p:cNvSpPr txBox="1"/>
          <p:nvPr/>
        </p:nvSpPr>
        <p:spPr>
          <a:xfrm>
            <a:off x="731520" y="4251960"/>
            <a:ext cx="3383280" cy="9601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22334A"/>
                </a:solidFill>
                <a:latin typeface="PingFang SC"/>
                <a:ea typeface="PingFang SC"/>
              </a:rPr>
              <a:t>{{metric_0_detail}}</a:t>
            </a:r>
          </a:p>
        </p:txBody>
      </p:sp>
      <p:sp>
        <p:nvSpPr>
          <p:cNvPr id="8" name="metric-1-value"/>
          <p:cNvSpPr txBox="1"/>
          <p:nvPr/>
        </p:nvSpPr>
        <p:spPr>
          <a:xfrm>
            <a:off x="4526280" y="2423160"/>
            <a:ext cx="3383280" cy="8686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153B65"/>
                </a:solidFill>
                <a:latin typeface="PingFang SC"/>
                <a:ea typeface="PingFang SC"/>
              </a:rPr>
              <a:t>{{metric_1_value}}</a:t>
            </a:r>
          </a:p>
        </p:txBody>
      </p:sp>
      <p:sp>
        <p:nvSpPr>
          <p:cNvPr id="9" name="metric-1-name"/>
          <p:cNvSpPr txBox="1"/>
          <p:nvPr/>
        </p:nvSpPr>
        <p:spPr>
          <a:xfrm>
            <a:off x="4526280" y="3474720"/>
            <a:ext cx="3383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0283E"/>
                </a:solidFill>
                <a:latin typeface="PingFang SC"/>
                <a:ea typeface="PingFang SC"/>
              </a:rPr>
              <a:t>{{metric_1_name}}</a:t>
            </a:r>
          </a:p>
        </p:txBody>
      </p:sp>
      <p:sp>
        <p:nvSpPr>
          <p:cNvPr id="10" name="metric-1-detail"/>
          <p:cNvSpPr txBox="1"/>
          <p:nvPr/>
        </p:nvSpPr>
        <p:spPr>
          <a:xfrm>
            <a:off x="4526280" y="4251960"/>
            <a:ext cx="3383280" cy="9601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22334A"/>
                </a:solidFill>
                <a:latin typeface="PingFang SC"/>
                <a:ea typeface="PingFang SC"/>
              </a:rPr>
              <a:t>{{metric_1_detail}}</a:t>
            </a:r>
          </a:p>
        </p:txBody>
      </p:sp>
      <p:sp>
        <p:nvSpPr>
          <p:cNvPr id="11" name="metric-2-value"/>
          <p:cNvSpPr txBox="1"/>
          <p:nvPr/>
        </p:nvSpPr>
        <p:spPr>
          <a:xfrm>
            <a:off x="8321040" y="2423160"/>
            <a:ext cx="3383280" cy="86868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4000" b="1">
                <a:solidFill>
                  <a:srgbClr val="153B65"/>
                </a:solidFill>
                <a:latin typeface="PingFang SC"/>
                <a:ea typeface="PingFang SC"/>
              </a:rPr>
              <a:t>{{metric_2_value}}</a:t>
            </a:r>
          </a:p>
        </p:txBody>
      </p:sp>
      <p:sp>
        <p:nvSpPr>
          <p:cNvPr id="12" name="metric-2-name"/>
          <p:cNvSpPr txBox="1"/>
          <p:nvPr/>
        </p:nvSpPr>
        <p:spPr>
          <a:xfrm>
            <a:off x="8321040" y="3474720"/>
            <a:ext cx="3383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400" b="1">
                <a:solidFill>
                  <a:srgbClr val="10283E"/>
                </a:solidFill>
                <a:latin typeface="PingFang SC"/>
                <a:ea typeface="PingFang SC"/>
              </a:rPr>
              <a:t>{{metric_2_name}}</a:t>
            </a:r>
          </a:p>
        </p:txBody>
      </p:sp>
      <p:sp>
        <p:nvSpPr>
          <p:cNvPr id="13" name="metric-2-detail"/>
          <p:cNvSpPr txBox="1"/>
          <p:nvPr/>
        </p:nvSpPr>
        <p:spPr>
          <a:xfrm>
            <a:off x="8321040" y="4251960"/>
            <a:ext cx="3383280" cy="9601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22334A"/>
                </a:solidFill>
                <a:latin typeface="PingFang SC"/>
                <a:ea typeface="PingFang SC"/>
              </a:rPr>
              <a:t>{{metric_2_detail}}</a:t>
            </a:r>
          </a:p>
        </p:txBody>
      </p:sp>
      <p:sp>
        <p:nvSpPr>
          <p:cNvPr id="14" name="s4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{{s4_source}}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3" name="s5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0283E"/>
                </a:solidFill>
                <a:latin typeface="PingFang SC"/>
                <a:ea typeface="PingFang SC"/>
              </a:rPr>
              <a:t>经营趋势</a:t>
            </a:r>
          </a:p>
        </p:txBody>
      </p:sp>
      <p:sp>
        <p:nvSpPr>
          <p:cNvPr id="4" name="s5-subtitle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52637B"/>
                </a:solidFill>
                <a:latin typeface="PingFang SC"/>
                <a:ea typeface="PingFang SC"/>
              </a:rPr>
              <a:t>{{s5_subtitle}}</a:t>
            </a:r>
          </a:p>
        </p:txBody>
      </p:sp>
      <p:graphicFrame>
        <p:nvGraphicFramePr>
          <p:cNvPr id="5" name="editable-metric-chart"/>
          <p:cNvGraphicFramePr>
            <a:graphicFrameLocks noGrp="1"/>
          </p:cNvGraphicFramePr>
          <p:nvPr/>
        </p:nvGraphicFramePr>
        <p:xfrm>
          <a:off x="777240" y="2103120"/>
          <a:ext cx="1060704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5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{{s5_source}}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06</a:t>
            </a:r>
          </a:p>
        </p:txBody>
      </p:sp>
      <p:sp>
        <p:nvSpPr>
          <p:cNvPr id="3" name="s6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0283E"/>
                </a:solidFill>
                <a:latin typeface="PingFang SC"/>
                <a:ea typeface="PingFang SC"/>
              </a:rPr>
              <a:t>重点项目进展</a:t>
            </a:r>
          </a:p>
        </p:txBody>
      </p:sp>
      <p:graphicFrame>
        <p:nvGraphicFramePr>
          <p:cNvPr id="4" name="progress-table"/>
          <p:cNvGraphicFramePr>
            <a:graphicFrameLocks noGrp="1"/>
          </p:cNvGraphicFramePr>
          <p:nvPr/>
        </p:nvGraphicFramePr>
        <p:xfrm>
          <a:off x="731520" y="1920240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343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重点项目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当前进展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责任部门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验收时间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{{s6_r0_c0}}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{{s6_r0_c1}}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{{s6_r0_c2}}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{{s6_r0_c3}}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{{s6_r1_c0}}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{{s6_r1_c1}}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{{s6_r1_c2}}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{{s6_r1_c3}}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{{s6_r2_c0}}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{{s6_r2_c1}}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{{s6_r2_c2}}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{{s6_r2_c3}}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6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{{s6_source}}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07</a:t>
            </a:r>
          </a:p>
        </p:txBody>
      </p:sp>
      <p:sp>
        <p:nvSpPr>
          <p:cNvPr id="3" name="s7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0283E"/>
                </a:solidFill>
                <a:latin typeface="PingFang SC"/>
                <a:ea typeface="PingFang SC"/>
              </a:rPr>
              <a:t>重点任务与实施措施</a:t>
            </a:r>
          </a:p>
        </p:txBody>
      </p:sp>
      <p:sp>
        <p:nvSpPr>
          <p:cNvPr id="4" name="s7-heading-0"/>
          <p:cNvSpPr txBox="1"/>
          <p:nvPr/>
        </p:nvSpPr>
        <p:spPr>
          <a:xfrm>
            <a:off x="731520" y="1965960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{{s7_h0}}</a:t>
            </a:r>
          </a:p>
        </p:txBody>
      </p:sp>
      <p:sp>
        <p:nvSpPr>
          <p:cNvPr id="5" name="s7-body-0"/>
          <p:cNvSpPr txBox="1"/>
          <p:nvPr/>
        </p:nvSpPr>
        <p:spPr>
          <a:xfrm>
            <a:off x="3200400" y="1965960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{{s7_b0}}</a:t>
            </a:r>
          </a:p>
        </p:txBody>
      </p:sp>
      <p:sp>
        <p:nvSpPr>
          <p:cNvPr id="6" name="s7-heading-1"/>
          <p:cNvSpPr txBox="1"/>
          <p:nvPr/>
        </p:nvSpPr>
        <p:spPr>
          <a:xfrm>
            <a:off x="731520" y="3136391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{{s7_h1}}</a:t>
            </a:r>
          </a:p>
        </p:txBody>
      </p:sp>
      <p:sp>
        <p:nvSpPr>
          <p:cNvPr id="7" name="s7-body-1"/>
          <p:cNvSpPr txBox="1"/>
          <p:nvPr/>
        </p:nvSpPr>
        <p:spPr>
          <a:xfrm>
            <a:off x="3200400" y="3136391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{{s7_b1}}</a:t>
            </a:r>
          </a:p>
        </p:txBody>
      </p:sp>
      <p:sp>
        <p:nvSpPr>
          <p:cNvPr id="8" name="s7-heading-2"/>
          <p:cNvSpPr txBox="1"/>
          <p:nvPr/>
        </p:nvSpPr>
        <p:spPr>
          <a:xfrm>
            <a:off x="731520" y="4306824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{{s7_h2}}</a:t>
            </a:r>
          </a:p>
        </p:txBody>
      </p:sp>
      <p:sp>
        <p:nvSpPr>
          <p:cNvPr id="9" name="s7-body-2"/>
          <p:cNvSpPr txBox="1"/>
          <p:nvPr/>
        </p:nvSpPr>
        <p:spPr>
          <a:xfrm>
            <a:off x="3200400" y="4306824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{{s7_b2}}</a:t>
            </a:r>
          </a:p>
        </p:txBody>
      </p:sp>
      <p:sp>
        <p:nvSpPr>
          <p:cNvPr id="10" name="s7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{{s7_source}}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08</a:t>
            </a:r>
          </a:p>
        </p:txBody>
      </p:sp>
      <p:sp>
        <p:nvSpPr>
          <p:cNvPr id="3" name="s8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0283E"/>
                </a:solidFill>
                <a:latin typeface="PingFang SC"/>
                <a:ea typeface="PingFang SC"/>
              </a:rPr>
              <a:t>风险与应对</a:t>
            </a:r>
          </a:p>
        </p:txBody>
      </p:sp>
      <p:graphicFrame>
        <p:nvGraphicFramePr>
          <p:cNvPr id="4" name="risk-table"/>
          <p:cNvGraphicFramePr>
            <a:graphicFrameLocks noGrp="1"/>
          </p:cNvGraphicFramePr>
          <p:nvPr/>
        </p:nvGraphicFramePr>
        <p:xfrm>
          <a:off x="731520" y="1920240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343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主要风险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影响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应对措施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责任人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{{s8_r0_c0}}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{{s8_r0_c1}}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{{s8_r0_c2}}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{{s8_r0_c3}}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{{s8_r1_c0}}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{{s8_r1_c1}}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{{s8_r1_c2}}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{{s8_r1_c3}}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{{s8_r2_c0}}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{{s8_r2_c1}}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{{s8_r2_c2}}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{{s8_r2_c3}}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8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{{s8_source}}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09</a:t>
            </a:r>
          </a:p>
        </p:txBody>
      </p:sp>
      <p:sp>
        <p:nvSpPr>
          <p:cNvPr id="3" name="s9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0283E"/>
                </a:solidFill>
                <a:latin typeface="PingFang SC"/>
                <a:ea typeface="PingFang SC"/>
              </a:rPr>
              <a:t>资源与预算安排</a:t>
            </a:r>
          </a:p>
        </p:txBody>
      </p:sp>
      <p:graphicFrame>
        <p:nvGraphicFramePr>
          <p:cNvPr id="4" name="resource-table"/>
          <p:cNvGraphicFramePr>
            <a:graphicFrameLocks noGrp="1"/>
          </p:cNvGraphicFramePr>
          <p:nvPr/>
        </p:nvGraphicFramePr>
        <p:xfrm>
          <a:off x="731520" y="1920240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343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资源项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现有安排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新增需求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使用条件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{{s9_r0_c0}}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{{s9_r0_c1}}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{{s9_r0_c2}}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{{s9_r0_c3}}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{{s9_r1_c0}}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{{s9_r1_c1}}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{{s9_r1_c2}}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{{s9_r1_c3}}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{{s9_r2_c0}}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{{s9_r2_c1}}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{{s9_r2_c2}}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{{s9_r2_c3}}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9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{{s9_source}}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3" name="s10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0283E"/>
                </a:solidFill>
                <a:latin typeface="PingFang SC"/>
                <a:ea typeface="PingFang SC"/>
              </a:rPr>
              <a:t>工作计划与节点</a:t>
            </a:r>
          </a:p>
        </p:txBody>
      </p:sp>
      <p:graphicFrame>
        <p:nvGraphicFramePr>
          <p:cNvPr id="4" name="timeline-table"/>
          <p:cNvGraphicFramePr>
            <a:graphicFrameLocks noGrp="1"/>
          </p:cNvGraphicFramePr>
          <p:nvPr/>
        </p:nvGraphicFramePr>
        <p:xfrm>
          <a:off x="731520" y="1920240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343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阶段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完成事项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责任人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检查节点</a:t>
                      </a:r>
                    </a:p>
                  </a:txBody>
                  <a:tcPr marL="137160" marT="100584" anchor="ctr">
                    <a:solidFill>
                      <a:srgbClr val="153B65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{{s10_r0_c0}}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{{s10_r0_c1}}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{{s10_r0_c2}}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{{s10_r0_c3}}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{{s10_r1_c0}}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{{s10_r1_c1}}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{{s10_r1_c2}}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{{s10_r1_c3}}</a:t>
                      </a:r>
                    </a:p>
                  </a:txBody>
                  <a:tcPr marL="137160" marT="100584" anchor="ctr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{{s10_r2_c0}}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{{s10_r2_c1}}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{{s10_r2_c2}}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34A"/>
                          </a:solidFill>
                          <a:latin typeface="PingFang SC"/>
                          <a:ea typeface="PingFang SC"/>
                        </a:rPr>
                        <a:t>{{s10_r2_c3}}</a:t>
                      </a:r>
                    </a:p>
                  </a:txBody>
                  <a:tcPr marL="137160" marT="100584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s10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{{s10_source}}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3" name="s11-title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10283E"/>
                </a:solidFill>
                <a:latin typeface="PingFang SC"/>
                <a:ea typeface="PingFang SC"/>
              </a:rPr>
              <a:t>提请研究决定事项</a:t>
            </a:r>
          </a:p>
        </p:txBody>
      </p:sp>
      <p:sp>
        <p:nvSpPr>
          <p:cNvPr id="4" name="s11-heading-0"/>
          <p:cNvSpPr txBox="1"/>
          <p:nvPr/>
        </p:nvSpPr>
        <p:spPr>
          <a:xfrm>
            <a:off x="731520" y="1965960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{{decision_1_heading}}</a:t>
            </a:r>
          </a:p>
        </p:txBody>
      </p:sp>
      <p:sp>
        <p:nvSpPr>
          <p:cNvPr id="5" name="s11-body-0"/>
          <p:cNvSpPr txBox="1"/>
          <p:nvPr/>
        </p:nvSpPr>
        <p:spPr>
          <a:xfrm>
            <a:off x="3200400" y="1965960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{{decision_1_body}}</a:t>
            </a:r>
          </a:p>
        </p:txBody>
      </p:sp>
      <p:sp>
        <p:nvSpPr>
          <p:cNvPr id="6" name="s11-heading-1"/>
          <p:cNvSpPr txBox="1"/>
          <p:nvPr/>
        </p:nvSpPr>
        <p:spPr>
          <a:xfrm>
            <a:off x="731520" y="3136391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{{decision_2_heading}}</a:t>
            </a:r>
          </a:p>
        </p:txBody>
      </p:sp>
      <p:sp>
        <p:nvSpPr>
          <p:cNvPr id="7" name="s11-body-1"/>
          <p:cNvSpPr txBox="1"/>
          <p:nvPr/>
        </p:nvSpPr>
        <p:spPr>
          <a:xfrm>
            <a:off x="3200400" y="3136391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{{decision_2_body}}</a:t>
            </a:r>
          </a:p>
        </p:txBody>
      </p:sp>
      <p:sp>
        <p:nvSpPr>
          <p:cNvPr id="8" name="s11-heading-2"/>
          <p:cNvSpPr txBox="1"/>
          <p:nvPr/>
        </p:nvSpPr>
        <p:spPr>
          <a:xfrm>
            <a:off x="731520" y="4306824"/>
            <a:ext cx="2240280" cy="5486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300" b="1">
                <a:solidFill>
                  <a:srgbClr val="153B65"/>
                </a:solidFill>
                <a:latin typeface="PingFang SC"/>
                <a:ea typeface="PingFang SC"/>
              </a:rPr>
              <a:t>{{decision_3_heading}}</a:t>
            </a:r>
          </a:p>
        </p:txBody>
      </p:sp>
      <p:sp>
        <p:nvSpPr>
          <p:cNvPr id="9" name="s11-body-2"/>
          <p:cNvSpPr txBox="1"/>
          <p:nvPr/>
        </p:nvSpPr>
        <p:spPr>
          <a:xfrm>
            <a:off x="3200400" y="4306824"/>
            <a:ext cx="7955279" cy="8229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100" b="0">
                <a:solidFill>
                  <a:srgbClr val="22334A"/>
                </a:solidFill>
                <a:latin typeface="PingFang SC"/>
                <a:ea typeface="PingFang SC"/>
              </a:rPr>
              <a:t>{{decision_3_body}}</a:t>
            </a:r>
          </a:p>
        </p:txBody>
      </p:sp>
      <p:sp>
        <p:nvSpPr>
          <p:cNvPr id="10" name="s11-source"/>
          <p:cNvSpPr txBox="1"/>
          <p:nvPr/>
        </p:nvSpPr>
        <p:spPr>
          <a:xfrm>
            <a:off x="731520" y="6080760"/>
            <a:ext cx="9875520" cy="36576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52637B"/>
                </a:solidFill>
                <a:latin typeface="PingFang SC"/>
                <a:ea typeface="PingFang SC"/>
              </a:rPr>
              <a:t>{{s11_source}}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ge-number"/>
          <p:cNvSpPr txBox="1"/>
          <p:nvPr/>
        </p:nvSpPr>
        <p:spPr>
          <a:xfrm>
            <a:off x="10972800" y="6327648"/>
            <a:ext cx="457200" cy="256032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A9B8CC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3" name="s12-title"/>
          <p:cNvSpPr txBox="1"/>
          <p:nvPr/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4200" b="1">
                <a:solidFill>
                  <a:srgbClr val="FFFFFF"/>
                </a:solidFill>
                <a:latin typeface="PingFang SC"/>
                <a:ea typeface="PingFang SC"/>
              </a:rPr>
              <a:t>{{closing_title}}</a:t>
            </a:r>
          </a:p>
        </p:txBody>
      </p:sp>
      <p:sp>
        <p:nvSpPr>
          <p:cNvPr id="4" name="s12-subtitle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CED8E9"/>
                </a:solidFill>
                <a:latin typeface="PingFang SC"/>
                <a:ea typeface="PingFang SC"/>
              </a:rPr>
              <a:t>{{closing_subtitle}}</a:t>
            </a:r>
          </a:p>
        </p:txBody>
      </p:sp>
      <p:sp>
        <p:nvSpPr>
          <p:cNvPr id="5" name="closing-request"/>
          <p:cNvSpPr txBox="1"/>
          <p:nvPr/>
        </p:nvSpPr>
        <p:spPr>
          <a:xfrm>
            <a:off x="731520" y="4663440"/>
            <a:ext cx="10332720" cy="914400"/>
          </a:xfrm>
          <a:prstGeom prst="rect">
            <a:avLst/>
          </a:prstGeom>
          <a:noFill/>
        </p:spPr>
        <p:txBody>
          <a:bodyPr wrap="square" lIns="22860" rIns="22860" tIns="22860" bIns="22860">
            <a:spAutoFit/>
          </a:bodyPr>
          <a:lstStyle/>
          <a:p>
            <a:pPr>
              <a:spcAft>
                <a:spcPts val="1000"/>
              </a:spcAft>
            </a:pPr>
            <a:r>
              <a:rPr sz="2400" b="0">
                <a:solidFill>
                  <a:srgbClr val="CED8E9"/>
                </a:solidFill>
                <a:latin typeface="PingFang SC"/>
                <a:ea typeface="PingFang SC"/>
              </a:rPr>
              <a:t>{{closing_request}}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国企商务汇报原创模板</dc:title>
  <dc:subject>Original editable slide layouts; example figures are demonstration data</dc:subject>
  <dc:creator>TianCode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